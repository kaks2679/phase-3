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Tanzanian Water Wells</a:t>
            </a:r>
          </a:p>
          <a:p>
            <a:r>
              <a:t>Predictive Maintenance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Data-Driven Insights for Water Infrastructure Management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📊 Objective: Predict water well functionality to optimize maintenance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🌍 Scope: 59,400 water wells across Tanzania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🎯 Target: 3-class classification (functional, needs repair, non-functional)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📈 Approach: Exploratory data analysis and predictive insights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💡 Goal: Enable proactive maintenance and resource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Data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Training Data: 59,400 wells with 40 features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Test Data: 14,850 wells for evaluation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Feature Types: 9 numeric, 31 categorical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Geographic Coverage: Multiple regions across Tanzania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Temporal Range: Construction years 1960-2013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Data Quality: Some missing values in funder, installer, scheme_name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Target Distribution: Well Status Breakdown</a:t>
            </a:r>
          </a:p>
        </p:txBody>
      </p:sp>
      <p:pic>
        <p:nvPicPr>
          <p:cNvPr id="4" name="Picture 3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961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Key Finding: Water Quantity as Primary Predictor</a:t>
            </a:r>
          </a:p>
        </p:txBody>
      </p:sp>
      <p:pic>
        <p:nvPicPr>
          <p:cNvPr id="4" name="Picture 3" descr="02_water_quant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050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Geographic Distribution of Water Wells</a:t>
            </a:r>
          </a:p>
        </p:txBody>
      </p:sp>
      <p:pic>
        <p:nvPicPr>
          <p:cNvPr id="4" name="Picture 3" descr="03_geographi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8351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Temporal Analysis: Well Status by Construction Era</a:t>
            </a:r>
          </a:p>
        </p:txBody>
      </p:sp>
      <p:pic>
        <p:nvPicPr>
          <p:cNvPr id="4" name="Picture 3" descr="04_construction_yea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0772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Regional Distribution and Status Patterns</a:t>
            </a:r>
          </a:p>
        </p:txBody>
      </p:sp>
      <p:pic>
        <p:nvPicPr>
          <p:cNvPr id="4" name="Picture 3" descr="05_region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8622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Infrastructure Analysis: Waterpoint Types</a:t>
            </a:r>
          </a:p>
        </p:txBody>
      </p:sp>
      <p:pic>
        <p:nvPicPr>
          <p:cNvPr id="4" name="Picture 3" descr="06_waterpoint_typ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764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Data Quality Assessment: Missing Values</a:t>
            </a:r>
          </a:p>
        </p:txBody>
      </p:sp>
      <p:pic>
        <p:nvPicPr>
          <p:cNvPr id="4" name="Picture 3" descr="07_missing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779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Population Served Analysis</a:t>
            </a:r>
          </a:p>
        </p:txBody>
      </p:sp>
      <p:pic>
        <p:nvPicPr>
          <p:cNvPr id="4" name="Picture 3" descr="08_popula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769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Executive Dashboard: Key Insights</a:t>
            </a:r>
          </a:p>
        </p:txBody>
      </p:sp>
      <p:pic>
        <p:nvPicPr>
          <p:cNvPr id="4" name="Picture 3" descr="09_insigh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7090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Key Insights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🔑 Water Quantity is the strongest predictor: 96.9% of 'dry' wells are non-functional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📍 Geographic clustering: Certain regions show higher failure rates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Age matters: Older wells (pre-1990) have higher failure rates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🏗️ Infrastructure type impacts reliability: Communal standpipes most common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👥 Population dependency: 54.3% of wells are functional, serving millions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Data gaps: 48.5% missing scheme_name, 56.0% missing permit data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Actionable: Focus maintenance on dry/insufficient water quantity wells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Business Impact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Cost Optimization: Target maintenance resources to high-risk wells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⚡ Proactive Intervention: Predict failures before they occur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📈 Service Reliability: Improve functional well percentage from 54.3%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Resource Allocation: Prioritize regions with highest failure rates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Data-Driven Decisions: Evidence-based infrastructure planning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🌊 Water Security: Ensure continuous access to clean water for communities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🔄 Maintenance Scheduling: Optimize repair cycles based on predictive signals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1. Immediate Action: Inspect all wells with 'dry' or 'insufficient' water quantity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2. Geographic Focus: Deploy teams to high-failure regions (Iringa, Mbeya, Arusha)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3. Age-Based Maintenance: Prioritize wells constructed before 1990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4. Data Collection: Improve tracking of scheme_name, permits, and maintenance logs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5. Monitoring Systems: Implement real-time water quantity sensors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6. Community Engagement: Train local managers on early warning signs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7. Predictive Models: Deploy classification models for ongoing risk assessment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Data Collection &amp; Quality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📝 Standardize Data Entry: Consistent formats for funder, installer, scheme_name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🔍 Reduce Missing Values: Target &lt;10% missingness for critical features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📱 Digital Tools: Mobile apps for field data collection and validation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🗓️ Regular Updates: Monthly status checks for all wells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Quality Metrics: Track data completeness and accuracy over time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🔗 Integration: Link well data with maintenance records and community feedback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🎓 Training: Field staff education on data quality importance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Next Steps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Phase 1: Validate insights with domain experts and field teams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Phase 2: Deploy pilot maintenance program in top 3 high-risk regions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Phase 3: Implement monitoring dashboard for real-time status tracking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Phase 4: Build and deploy predictive model for failure forecasting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Phase 5: Scale successful interventions nationwide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Phase 6: Establish feedback loop for continuous improvement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📅 Timeline: 6-12 months for full implementation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Impact: Improving water access for millions of Tanzanians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Approach: Data-driven predictive maintenance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Status: Analysis complete, ready for implementation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Contact: Ready for stakeholder review and deployment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